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8EAFA1-D654-46C4-B974-E6B97F92C78D}"/>
              </a:ext>
            </a:extLst>
          </p:cNvPr>
          <p:cNvSpPr/>
          <p:nvPr/>
        </p:nvSpPr>
        <p:spPr>
          <a:xfrm>
            <a:off x="1171575" y="847636"/>
            <a:ext cx="88773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React </a:t>
            </a:r>
            <a:r>
              <a:rPr lang="ta-IN" b="1" dirty="0"/>
              <a:t>என்றால் என்ன?</a:t>
            </a:r>
          </a:p>
          <a:p>
            <a:r>
              <a:rPr lang="en-US" b="1" dirty="0"/>
              <a:t>React</a:t>
            </a:r>
            <a:r>
              <a:rPr lang="en-US" dirty="0"/>
              <a:t> </a:t>
            </a:r>
            <a:r>
              <a:rPr lang="ta-IN" dirty="0"/>
              <a:t>என்பது </a:t>
            </a:r>
            <a:r>
              <a:rPr lang="en-US" b="1" dirty="0"/>
              <a:t>User Interface (UI)</a:t>
            </a:r>
            <a:r>
              <a:rPr lang="en-US" dirty="0"/>
              <a:t> </a:t>
            </a:r>
            <a:r>
              <a:rPr lang="ta-IN" dirty="0"/>
              <a:t>உருவாக்க பயன்படும் ஒரு </a:t>
            </a:r>
            <a:r>
              <a:rPr lang="en-US" b="1" dirty="0"/>
              <a:t>Open Source JavaScript Library</a:t>
            </a:r>
            <a:r>
              <a:rPr lang="en-US" dirty="0"/>
              <a:t> </a:t>
            </a:r>
            <a:r>
              <a:rPr lang="ta-IN" dirty="0"/>
              <a:t>ஆகும்.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5BB89F-DB7A-40B2-AE01-FA276C39C652}"/>
              </a:ext>
            </a:extLst>
          </p:cNvPr>
          <p:cNvSpPr/>
          <p:nvPr/>
        </p:nvSpPr>
        <p:spPr>
          <a:xfrm>
            <a:off x="1171575" y="1956138"/>
            <a:ext cx="869632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Open source library for building user interfaces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Open Source</a:t>
            </a:r>
            <a:r>
              <a:rPr lang="en-US" dirty="0"/>
              <a:t> → </a:t>
            </a:r>
            <a:r>
              <a:rPr lang="ta-IN" dirty="0"/>
              <a:t>இது இலவசம், யாரும் பயன்படுத்தலாம்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Library</a:t>
            </a:r>
            <a:r>
              <a:rPr lang="en-US" dirty="0"/>
              <a:t> → Website / App-</a:t>
            </a:r>
            <a:r>
              <a:rPr lang="ta-IN" dirty="0"/>
              <a:t>ல </a:t>
            </a:r>
            <a:r>
              <a:rPr lang="en-US" b="1" dirty="0"/>
              <a:t>UI (Screen, Button, Form)</a:t>
            </a:r>
            <a:r>
              <a:rPr lang="en-US" dirty="0"/>
              <a:t> </a:t>
            </a:r>
            <a:r>
              <a:rPr lang="ta-IN" dirty="0"/>
              <a:t>மாதிரி விஷயங்களை உருவாக்க உதவும்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Facebook </a:t>
            </a:r>
            <a:r>
              <a:rPr lang="ta-IN" dirty="0"/>
              <a:t>உருவாக்கியது, இப்போது பெரிய </a:t>
            </a:r>
            <a:r>
              <a:rPr lang="en-US" dirty="0"/>
              <a:t>community maintain </a:t>
            </a:r>
            <a:r>
              <a:rPr lang="ta-IN" dirty="0"/>
              <a:t>பண்ணுகிறது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2E2B68-9CB9-462B-BD48-3AA135442A04}"/>
              </a:ext>
            </a:extLst>
          </p:cNvPr>
          <p:cNvSpPr/>
          <p:nvPr/>
        </p:nvSpPr>
        <p:spPr>
          <a:xfrm>
            <a:off x="1057274" y="3963502"/>
            <a:ext cx="945832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Not a framework (Framework </a:t>
            </a:r>
            <a:r>
              <a:rPr lang="ta-IN" b="1" dirty="0"/>
              <a:t>இல்லை)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React </a:t>
            </a:r>
            <a:r>
              <a:rPr lang="ta-IN" dirty="0"/>
              <a:t>ஒரு </a:t>
            </a:r>
            <a:r>
              <a:rPr lang="en-US" b="1" dirty="0"/>
              <a:t>framework </a:t>
            </a:r>
            <a:r>
              <a:rPr lang="ta-IN" b="1" dirty="0"/>
              <a:t>இல்லை</a:t>
            </a:r>
            <a:endParaRPr lang="ta-IN" dirty="0"/>
          </a:p>
          <a:p>
            <a:pPr>
              <a:buFont typeface="Arial" panose="020B0604020202020204" pitchFamily="34" charset="0"/>
              <a:buChar char="•"/>
            </a:pPr>
            <a:r>
              <a:rPr lang="ta-IN" dirty="0"/>
              <a:t>காரணம்: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Project-</a:t>
            </a:r>
            <a:r>
              <a:rPr lang="ta-IN" dirty="0"/>
              <a:t>க்கு தேவையான எல்லாவற்றையும் </a:t>
            </a:r>
            <a:r>
              <a:rPr lang="en-US" dirty="0"/>
              <a:t>React </a:t>
            </a:r>
            <a:r>
              <a:rPr lang="ta-IN" dirty="0"/>
              <a:t>கொடுக்காது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Routing, state management, API handling </a:t>
            </a:r>
            <a:r>
              <a:rPr lang="ta-IN" dirty="0"/>
              <a:t>எல்லாம் நாம் வேண்டுமானால் </a:t>
            </a:r>
            <a:r>
              <a:rPr lang="en-US" dirty="0"/>
              <a:t>extra libraries use </a:t>
            </a:r>
            <a:r>
              <a:rPr lang="ta-IN" dirty="0"/>
              <a:t>பண்ணணும்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Freedom </a:t>
            </a:r>
            <a:r>
              <a:rPr lang="ta-IN" b="1" dirty="0"/>
              <a:t>அதிகம்</a:t>
            </a:r>
            <a:r>
              <a:rPr lang="ta-IN" dirty="0"/>
              <a:t> → நாம் தேவையான </a:t>
            </a:r>
            <a:r>
              <a:rPr lang="en-US" dirty="0"/>
              <a:t>tools-</a:t>
            </a:r>
            <a:r>
              <a:rPr lang="ta-IN" dirty="0"/>
              <a:t>ஐ </a:t>
            </a:r>
            <a:r>
              <a:rPr lang="en-US" dirty="0"/>
              <a:t>choose </a:t>
            </a:r>
            <a:r>
              <a:rPr lang="ta-IN" dirty="0"/>
              <a:t>பண்ணிக்கலாம்</a:t>
            </a:r>
          </a:p>
        </p:txBody>
      </p:sp>
    </p:spTree>
    <p:extLst>
      <p:ext uri="{BB962C8B-B14F-4D97-AF65-F5344CB8AC3E}">
        <p14:creationId xmlns:p14="http://schemas.microsoft.com/office/powerpoint/2010/main" val="1323381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C9E35D-1119-4A22-87F2-759675FFFD7F}"/>
              </a:ext>
            </a:extLst>
          </p:cNvPr>
          <p:cNvSpPr/>
          <p:nvPr/>
        </p:nvSpPr>
        <p:spPr>
          <a:xfrm>
            <a:off x="1395663" y="809128"/>
            <a:ext cx="1010652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Focus on UI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React </a:t>
            </a:r>
            <a:r>
              <a:rPr lang="ta-IN" dirty="0"/>
              <a:t>முழுக்க முழுக்க </a:t>
            </a:r>
            <a:r>
              <a:rPr lang="en-US" b="1" dirty="0"/>
              <a:t>UI (User Interface)</a:t>
            </a:r>
            <a:r>
              <a:rPr lang="en-US" dirty="0"/>
              <a:t>-</a:t>
            </a:r>
            <a:r>
              <a:rPr lang="ta-IN" dirty="0"/>
              <a:t>மே கவனம் செலுத்தும்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Backend, database, server logic </a:t>
            </a:r>
            <a:r>
              <a:rPr lang="ta-IN" dirty="0"/>
              <a:t>எல்லாம் </a:t>
            </a:r>
            <a:r>
              <a:rPr lang="en-US" dirty="0"/>
              <a:t>React-</a:t>
            </a:r>
            <a:r>
              <a:rPr lang="ta-IN" dirty="0"/>
              <a:t>க்கு சம்பந்தமில்லை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Screen fast-</a:t>
            </a:r>
            <a:r>
              <a:rPr lang="ta-IN" dirty="0"/>
              <a:t>ஆ </a:t>
            </a:r>
            <a:r>
              <a:rPr lang="en-US" dirty="0"/>
              <a:t>change </a:t>
            </a:r>
            <a:r>
              <a:rPr lang="ta-IN" dirty="0"/>
              <a:t>ஆகும் (</a:t>
            </a:r>
            <a:r>
              <a:rPr lang="en-US" dirty="0"/>
              <a:t>Dynamic UI)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Reusable components</a:t>
            </a:r>
            <a:r>
              <a:rPr lang="en-US" dirty="0"/>
              <a:t> use </a:t>
            </a:r>
            <a:r>
              <a:rPr lang="ta-IN" dirty="0"/>
              <a:t>பண்ண முடியும்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EDF89F-615D-4B03-AD7F-2B41B93036BE}"/>
              </a:ext>
            </a:extLst>
          </p:cNvPr>
          <p:cNvSpPr/>
          <p:nvPr/>
        </p:nvSpPr>
        <p:spPr>
          <a:xfrm>
            <a:off x="1395663" y="2286456"/>
            <a:ext cx="9144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Rich ecosystem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React-</a:t>
            </a:r>
            <a:r>
              <a:rPr lang="ta-IN" dirty="0"/>
              <a:t>க்கு நிறைய </a:t>
            </a:r>
            <a:r>
              <a:rPr lang="en-US" dirty="0"/>
              <a:t>support tools &amp; libraries </a:t>
            </a:r>
            <a:r>
              <a:rPr lang="ta-IN" dirty="0"/>
              <a:t>இருக்கு: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React Router</a:t>
            </a:r>
            <a:r>
              <a:rPr lang="en-US" dirty="0"/>
              <a:t> → Page change (Navigation)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Redux / Context API</a:t>
            </a:r>
            <a:r>
              <a:rPr lang="en-US" dirty="0"/>
              <a:t> → Data manage </a:t>
            </a:r>
            <a:r>
              <a:rPr lang="ta-IN" dirty="0"/>
              <a:t>பண்ண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Next.js</a:t>
            </a:r>
            <a:r>
              <a:rPr lang="en-US" dirty="0"/>
              <a:t> → Advanced React features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 err="1"/>
              <a:t>Axios</a:t>
            </a:r>
            <a:r>
              <a:rPr lang="en-US" b="1" dirty="0"/>
              <a:t> / Fetch</a:t>
            </a:r>
            <a:r>
              <a:rPr lang="en-US" dirty="0"/>
              <a:t> → Backend-</a:t>
            </a:r>
            <a:r>
              <a:rPr lang="ta-IN" dirty="0"/>
              <a:t>ல இருந்து </a:t>
            </a:r>
            <a:r>
              <a:rPr lang="en-US" dirty="0"/>
              <a:t>data </a:t>
            </a:r>
            <a:r>
              <a:rPr lang="ta-IN" dirty="0"/>
              <a:t>எடுக்க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Huge community, tutorials, jobs available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53C267-3557-4236-9BC4-B0D3E4355FAC}"/>
              </a:ext>
            </a:extLst>
          </p:cNvPr>
          <p:cNvSpPr/>
          <p:nvPr/>
        </p:nvSpPr>
        <p:spPr>
          <a:xfrm>
            <a:off x="1395663" y="4571545"/>
            <a:ext cx="837247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React </a:t>
            </a:r>
            <a:r>
              <a:rPr lang="ta-IN" dirty="0"/>
              <a:t>என்பது </a:t>
            </a:r>
            <a:r>
              <a:rPr lang="en-US" dirty="0"/>
              <a:t>UI </a:t>
            </a:r>
            <a:r>
              <a:rPr lang="ta-IN" dirty="0"/>
              <a:t>உருவாக்க உதவும் </a:t>
            </a:r>
            <a:r>
              <a:rPr lang="en-US" dirty="0"/>
              <a:t>Open-source JavaScript Library. Framework </a:t>
            </a:r>
            <a:r>
              <a:rPr lang="ta-IN" dirty="0"/>
              <a:t>இல்லை; </a:t>
            </a:r>
            <a:r>
              <a:rPr lang="en-US" dirty="0"/>
              <a:t>UI-</a:t>
            </a:r>
            <a:r>
              <a:rPr lang="ta-IN" dirty="0"/>
              <a:t>க்கு மட்டும் </a:t>
            </a:r>
            <a:r>
              <a:rPr lang="en-US" dirty="0"/>
              <a:t>focus </a:t>
            </a:r>
            <a:r>
              <a:rPr lang="ta-IN" dirty="0"/>
              <a:t>பண்ணும்; அதற்கு நிறைய </a:t>
            </a:r>
            <a:r>
              <a:rPr lang="en-US" dirty="0"/>
              <a:t>supporting libraries </a:t>
            </a:r>
            <a:r>
              <a:rPr lang="ta-IN" dirty="0"/>
              <a:t>இருக்கு.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52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F3AD56-060F-4C3D-BDDE-438737AAC9B7}"/>
              </a:ext>
            </a:extLst>
          </p:cNvPr>
          <p:cNvSpPr/>
          <p:nvPr/>
        </p:nvSpPr>
        <p:spPr>
          <a:xfrm>
            <a:off x="732879" y="653534"/>
            <a:ext cx="17346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Why learn React?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93073C-3C00-4CAA-BEA4-42AAA918AB7B}"/>
              </a:ext>
            </a:extLst>
          </p:cNvPr>
          <p:cNvSpPr/>
          <p:nvPr/>
        </p:nvSpPr>
        <p:spPr>
          <a:xfrm>
            <a:off x="714921" y="1022866"/>
            <a:ext cx="107442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Created and maintained by Facebook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React-</a:t>
            </a:r>
            <a:r>
              <a:rPr lang="ta-IN" dirty="0"/>
              <a:t>ஐ </a:t>
            </a:r>
            <a:r>
              <a:rPr lang="en-US" b="1" dirty="0"/>
              <a:t>Facebook (Meta)</a:t>
            </a:r>
            <a:r>
              <a:rPr lang="en-US" dirty="0"/>
              <a:t> </a:t>
            </a:r>
            <a:r>
              <a:rPr lang="ta-IN" dirty="0"/>
              <a:t>உருவாக்கியது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a-IN" dirty="0"/>
              <a:t>பெரிய </a:t>
            </a:r>
            <a:r>
              <a:rPr lang="en-US" dirty="0"/>
              <a:t>company maintain </a:t>
            </a:r>
            <a:r>
              <a:rPr lang="ta-IN" dirty="0"/>
              <a:t>பண்ணுவதால்: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Stable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Regular updates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Long-term support </a:t>
            </a:r>
            <a:r>
              <a:rPr lang="ta-IN" dirty="0"/>
              <a:t>இருக்கு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Facebook, Instagram </a:t>
            </a:r>
            <a:r>
              <a:rPr lang="ta-IN" dirty="0"/>
              <a:t>மாதிரி </a:t>
            </a:r>
            <a:r>
              <a:rPr lang="en-US" dirty="0"/>
              <a:t>apps React-</a:t>
            </a:r>
            <a:r>
              <a:rPr lang="ta-IN" dirty="0"/>
              <a:t>ல தான் </a:t>
            </a:r>
            <a:r>
              <a:rPr lang="en-US" dirty="0"/>
              <a:t>build </a:t>
            </a:r>
            <a:r>
              <a:rPr lang="ta-IN" dirty="0"/>
              <a:t>பண்ணப்பட்டிருக்கு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7360BC-EF6C-4E45-AE89-F0B6C921042D}"/>
              </a:ext>
            </a:extLst>
          </p:cNvPr>
          <p:cNvSpPr/>
          <p:nvPr/>
        </p:nvSpPr>
        <p:spPr>
          <a:xfrm>
            <a:off x="819149" y="3161437"/>
            <a:ext cx="1090612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More than 100k stars on GitHub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React GitHub-</a:t>
            </a:r>
            <a:r>
              <a:rPr lang="ta-IN" dirty="0"/>
              <a:t>ல </a:t>
            </a:r>
            <a:r>
              <a:rPr lang="ta-IN" b="1" dirty="0"/>
              <a:t>100,000+ </a:t>
            </a:r>
            <a:r>
              <a:rPr lang="en-US" b="1" dirty="0"/>
              <a:t>stars</a:t>
            </a:r>
            <a:r>
              <a:rPr lang="en-US" dirty="0"/>
              <a:t> </a:t>
            </a:r>
            <a:r>
              <a:rPr lang="ta-IN" dirty="0"/>
              <a:t>இருக்கு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a-IN" dirty="0"/>
              <a:t>அதாவது: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Millions of developers React use </a:t>
            </a:r>
            <a:r>
              <a:rPr lang="ta-IN" dirty="0"/>
              <a:t>பண்ணுறாங்க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Trusted &amp; popular technology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Problems </a:t>
            </a:r>
            <a:r>
              <a:rPr lang="ta-IN" dirty="0"/>
              <a:t>வந்தா </a:t>
            </a:r>
            <a:r>
              <a:rPr lang="en-US" dirty="0"/>
              <a:t>solutions easy-</a:t>
            </a:r>
            <a:r>
              <a:rPr lang="ta-IN" dirty="0"/>
              <a:t>ஆ கிடைக்கும்</a:t>
            </a:r>
          </a:p>
        </p:txBody>
      </p:sp>
    </p:spTree>
    <p:extLst>
      <p:ext uri="{BB962C8B-B14F-4D97-AF65-F5344CB8AC3E}">
        <p14:creationId xmlns:p14="http://schemas.microsoft.com/office/powerpoint/2010/main" val="256185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67C22F-8834-4BFA-9D42-714EE765AA48}"/>
              </a:ext>
            </a:extLst>
          </p:cNvPr>
          <p:cNvSpPr/>
          <p:nvPr/>
        </p:nvSpPr>
        <p:spPr>
          <a:xfrm>
            <a:off x="685799" y="660738"/>
            <a:ext cx="1002982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Huge community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React-</a:t>
            </a:r>
            <a:r>
              <a:rPr lang="ta-IN" dirty="0"/>
              <a:t>க்கு </a:t>
            </a:r>
            <a:r>
              <a:rPr lang="ta-IN" b="1" dirty="0"/>
              <a:t>பெரிய </a:t>
            </a:r>
            <a:r>
              <a:rPr lang="en-US" b="1" dirty="0"/>
              <a:t>developer community</a:t>
            </a:r>
            <a:r>
              <a:rPr lang="en-US" dirty="0"/>
              <a:t> </a:t>
            </a:r>
            <a:r>
              <a:rPr lang="ta-IN" dirty="0"/>
              <a:t>இருக்கு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Benefits: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Tutorials, videos, blogs </a:t>
            </a:r>
            <a:r>
              <a:rPr lang="ta-IN" dirty="0"/>
              <a:t>நிறைய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Errors </a:t>
            </a:r>
            <a:r>
              <a:rPr lang="ta-IN" dirty="0"/>
              <a:t>வந்தா </a:t>
            </a:r>
            <a:r>
              <a:rPr lang="en-US" dirty="0" err="1"/>
              <a:t>StackOverflow</a:t>
            </a:r>
            <a:r>
              <a:rPr lang="en-US" dirty="0"/>
              <a:t>, GitHub-</a:t>
            </a:r>
            <a:r>
              <a:rPr lang="ta-IN" dirty="0"/>
              <a:t>ல </a:t>
            </a:r>
            <a:r>
              <a:rPr lang="en-US" dirty="0"/>
              <a:t>answer </a:t>
            </a:r>
            <a:r>
              <a:rPr lang="ta-IN" dirty="0"/>
              <a:t>கிடைக்கும்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New libraries &amp; tools constantly release </a:t>
            </a:r>
            <a:r>
              <a:rPr lang="ta-IN" dirty="0"/>
              <a:t>ஆகும்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E8244B-E27A-43E3-A4AF-122BF668F9C4}"/>
              </a:ext>
            </a:extLst>
          </p:cNvPr>
          <p:cNvSpPr/>
          <p:nvPr/>
        </p:nvSpPr>
        <p:spPr>
          <a:xfrm>
            <a:off x="685799" y="2513737"/>
            <a:ext cx="1090612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In-demand skillset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React </a:t>
            </a:r>
            <a:r>
              <a:rPr lang="ta-IN" dirty="0"/>
              <a:t>ஒரு </a:t>
            </a:r>
            <a:r>
              <a:rPr lang="en-US" b="1" dirty="0"/>
              <a:t>high-demand skill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Web developer jobs-</a:t>
            </a:r>
            <a:r>
              <a:rPr lang="ta-IN" dirty="0"/>
              <a:t>ல </a:t>
            </a:r>
            <a:r>
              <a:rPr lang="en-US" dirty="0"/>
              <a:t>React requirement </a:t>
            </a:r>
            <a:r>
              <a:rPr lang="ta-IN" dirty="0"/>
              <a:t>அதிகம்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Frontend, Full Stack, React Native (Mobile apps) </a:t>
            </a:r>
            <a:r>
              <a:rPr lang="ta-IN" dirty="0"/>
              <a:t>எல்லாத்துக்கும் </a:t>
            </a:r>
            <a:r>
              <a:rPr lang="en-US" dirty="0"/>
              <a:t>use </a:t>
            </a:r>
            <a:r>
              <a:rPr lang="ta-IN" dirty="0"/>
              <a:t>ஆகும்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Salary &amp; career growth </a:t>
            </a:r>
            <a:r>
              <a:rPr lang="ta-IN" dirty="0"/>
              <a:t>நல்லா இருக்கும்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7CEDEC-4048-4B06-B021-EFA7A380DAB3}"/>
              </a:ext>
            </a:extLst>
          </p:cNvPr>
          <p:cNvSpPr/>
          <p:nvPr/>
        </p:nvSpPr>
        <p:spPr>
          <a:xfrm>
            <a:off x="685799" y="408973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React-ஐ learn </a:t>
            </a:r>
            <a:r>
              <a:rPr lang="en-US" dirty="0" err="1"/>
              <a:t>பண்ண</a:t>
            </a:r>
            <a:r>
              <a:rPr lang="en-US" dirty="0"/>
              <a:t> </a:t>
            </a:r>
            <a:r>
              <a:rPr lang="en-US" dirty="0" err="1"/>
              <a:t>காரணம்</a:t>
            </a:r>
            <a:r>
              <a:rPr lang="en-US" dirty="0"/>
              <a:t>: Facebook support, huge popularity, big community, job demand </a:t>
            </a:r>
            <a:r>
              <a:rPr lang="en-US" dirty="0" err="1"/>
              <a:t>அதிகம்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74203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A2A3483-24F7-4A8D-A250-21CEC911CA7C}"/>
              </a:ext>
            </a:extLst>
          </p:cNvPr>
          <p:cNvSpPr/>
          <p:nvPr/>
        </p:nvSpPr>
        <p:spPr>
          <a:xfrm>
            <a:off x="666299" y="1051441"/>
            <a:ext cx="1107802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a-IN" dirty="0"/>
              <a:t>ஒரு </a:t>
            </a:r>
            <a:r>
              <a:rPr lang="en-US" dirty="0"/>
              <a:t>Web Application-</a:t>
            </a:r>
            <a:r>
              <a:rPr lang="ta-IN" dirty="0"/>
              <a:t>ஐ </a:t>
            </a:r>
            <a:r>
              <a:rPr lang="ta-IN" b="1" dirty="0"/>
              <a:t>சின்ன சின்ன பகுதிகளாக (</a:t>
            </a:r>
            <a:r>
              <a:rPr lang="en-US" b="1" dirty="0"/>
              <a:t>components)</a:t>
            </a:r>
            <a:r>
              <a:rPr lang="en-US" dirty="0"/>
              <a:t> </a:t>
            </a:r>
            <a:r>
              <a:rPr lang="ta-IN" dirty="0"/>
              <a:t>பிரித்து </a:t>
            </a:r>
            <a:r>
              <a:rPr lang="en-US" dirty="0"/>
              <a:t>build </a:t>
            </a:r>
            <a:r>
              <a:rPr lang="ta-IN" dirty="0"/>
              <a:t>பண்ணுவது தான்</a:t>
            </a:r>
            <a:br>
              <a:rPr lang="ta-IN" dirty="0"/>
            </a:br>
            <a:r>
              <a:rPr lang="en-US" b="1" dirty="0"/>
              <a:t>Component Based Architecture</a:t>
            </a:r>
            <a:r>
              <a:rPr lang="en-US" dirty="0"/>
              <a:t>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98D934-9B3A-498C-96EC-822198ECD6FA}"/>
              </a:ext>
            </a:extLst>
          </p:cNvPr>
          <p:cNvSpPr/>
          <p:nvPr/>
        </p:nvSpPr>
        <p:spPr>
          <a:xfrm>
            <a:off x="666300" y="682109"/>
            <a:ext cx="32775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Component Based Architecture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958558-519F-46E4-833E-673606CB6CA7}"/>
              </a:ext>
            </a:extLst>
          </p:cNvPr>
          <p:cNvSpPr/>
          <p:nvPr/>
        </p:nvSpPr>
        <p:spPr>
          <a:xfrm>
            <a:off x="666298" y="1974771"/>
            <a:ext cx="869632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a-IN" dirty="0"/>
              <a:t>ஒவ்வொரு </a:t>
            </a:r>
            <a:r>
              <a:rPr lang="en-US" dirty="0"/>
              <a:t>component-</a:t>
            </a:r>
            <a:r>
              <a:rPr lang="ta-IN" dirty="0"/>
              <a:t>ம்: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a-IN" dirty="0"/>
              <a:t>தனித்தனி </a:t>
            </a:r>
            <a:r>
              <a:rPr lang="en-US" dirty="0"/>
              <a:t>UI part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Reusable (</a:t>
            </a:r>
            <a:r>
              <a:rPr lang="ta-IN" dirty="0"/>
              <a:t>மீண்டும் பயன்படுத்தலாம்)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Easy to manage &amp; maintain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317482A-DD2F-4CA6-A674-6A4385CD5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050" y="3175100"/>
            <a:ext cx="6076950" cy="1184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HEADER Component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Website-</a:t>
            </a:r>
            <a:r>
              <a:rPr kumimoji="0" lang="ta-IN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Latha" panose="020B0604020202020204" pitchFamily="34" charset="0"/>
              </a:rPr>
              <a:t>ன் மேல்பகுதி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Logo, Website name, Login / Profile, Menu buttons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a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Latha" panose="020B0604020202020204" pitchFamily="34" charset="0"/>
              </a:rPr>
              <a:t>எல்லா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Latha" panose="020B0604020202020204" pitchFamily="34" charset="0"/>
              </a:rPr>
              <a:t>pages-</a:t>
            </a:r>
            <a:r>
              <a:rPr kumimoji="0" lang="ta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Latha" panose="020B0604020202020204" pitchFamily="34" charset="0"/>
              </a:rPr>
              <a:t>லயும்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Latha" panose="020B0604020202020204" pitchFamily="34" charset="0"/>
              </a:rPr>
              <a:t>common-</a:t>
            </a:r>
            <a:r>
              <a:rPr kumimoji="0" lang="ta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Latha" panose="020B0604020202020204" pitchFamily="34" charset="0"/>
              </a:rPr>
              <a:t>ஆ இருக்கும்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👉 Example: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&lt;Header /&gt;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5850789-5F65-4133-8935-9B47EC7CD2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298" y="4375429"/>
            <a:ext cx="8468177" cy="1184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SIDENAV Component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Left or Right side navigation bar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Menu links (Home, About, Settings, Profile)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👉 Example: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SideNav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/&gt;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Page change </a:t>
            </a:r>
            <a:r>
              <a:rPr kumimoji="0" lang="ta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Latha" panose="020B0604020202020204" pitchFamily="34" charset="0"/>
              </a:rPr>
              <a:t>செய்ய உதவும்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24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C31082-6226-4F29-8B20-A68CBAA10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821991"/>
            <a:ext cx="11753850" cy="1184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 CONTENT Component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 page content show </a:t>
            </a:r>
            <a:r>
              <a:rPr kumimoji="0" lang="ta-IN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Latha" panose="020B0604020202020204" pitchFamily="34" charset="0"/>
              </a:rPr>
              <a:t>பண்ணும்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Page-</a:t>
            </a:r>
            <a:r>
              <a:rPr kumimoji="0" lang="ta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Latha" panose="020B0604020202020204" pitchFamily="34" charset="0"/>
              </a:rPr>
              <a:t>க்கு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page content change </a:t>
            </a:r>
            <a:r>
              <a:rPr kumimoji="0" lang="ta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Latha" panose="020B0604020202020204" pitchFamily="34" charset="0"/>
              </a:rPr>
              <a:t>ஆகும்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data render </a:t>
            </a:r>
            <a:r>
              <a:rPr kumimoji="0" lang="ta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Latha" panose="020B0604020202020204" pitchFamily="34" charset="0"/>
              </a:rPr>
              <a:t>ஆகும்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👉 Example: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MainContent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/&gt;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C7FD1E-E7C8-4893-AB3D-F09957BE9E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50" y="2126918"/>
            <a:ext cx="12496800" cy="1184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FOOTER Component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Website-</a:t>
            </a:r>
            <a:r>
              <a:rPr kumimoji="0" lang="ta-IN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Latha" panose="020B0604020202020204" pitchFamily="34" charset="0"/>
              </a:rPr>
              <a:t>ன் கீழ் பகுதி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Copyright, Contact info, Social media links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a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Latha" panose="020B0604020202020204" pitchFamily="34" charset="0"/>
              </a:rPr>
              <a:t>எல்லா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Latha" panose="020B0604020202020204" pitchFamily="34" charset="0"/>
              </a:rPr>
              <a:t>pages-</a:t>
            </a:r>
            <a:r>
              <a:rPr kumimoji="0" lang="ta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Latha" panose="020B0604020202020204" pitchFamily="34" charset="0"/>
              </a:rPr>
              <a:t>லயும்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Latha" panose="020B0604020202020204" pitchFamily="34" charset="0"/>
              </a:rPr>
              <a:t>same-</a:t>
            </a:r>
            <a:r>
              <a:rPr kumimoji="0" lang="ta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Latha" panose="020B0604020202020204" pitchFamily="34" charset="0"/>
              </a:rPr>
              <a:t>ஆ இருக்கும்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👉 Example: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&lt;Footer /&gt;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1C4BF5-8380-4959-B5E1-36F21E5F0D62}"/>
              </a:ext>
            </a:extLst>
          </p:cNvPr>
          <p:cNvSpPr/>
          <p:nvPr/>
        </p:nvSpPr>
        <p:spPr>
          <a:xfrm>
            <a:off x="704850" y="3546143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/>
              <a:t>Why Component Based Architecture is useful?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Code clean &amp; organized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Reuse components anywhere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Easy debugging &amp; maintenance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Team work easy (ஒவ்வொருத்தர் ஒரு component)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AF50AD-FF19-4FB3-8E50-0E78C302406D}"/>
              </a:ext>
            </a:extLst>
          </p:cNvPr>
          <p:cNvSpPr/>
          <p:nvPr/>
        </p:nvSpPr>
        <p:spPr>
          <a:xfrm>
            <a:off x="790575" y="5136790"/>
            <a:ext cx="106870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👉 </a:t>
            </a:r>
            <a:r>
              <a:rPr lang="en-US" b="1" dirty="0"/>
              <a:t>Website-</a:t>
            </a:r>
            <a:r>
              <a:rPr lang="ta-IN" b="1" dirty="0"/>
              <a:t>ஐ </a:t>
            </a:r>
            <a:r>
              <a:rPr lang="en-US" b="1" dirty="0"/>
              <a:t>Header, </a:t>
            </a:r>
            <a:r>
              <a:rPr lang="en-US" b="1" dirty="0" err="1"/>
              <a:t>SideNav</a:t>
            </a:r>
            <a:r>
              <a:rPr lang="en-US" b="1" dirty="0"/>
              <a:t>, </a:t>
            </a:r>
            <a:r>
              <a:rPr lang="en-US" b="1" dirty="0" err="1"/>
              <a:t>MainContent</a:t>
            </a:r>
            <a:r>
              <a:rPr lang="en-US" b="1" dirty="0"/>
              <a:t>, Footer </a:t>
            </a:r>
            <a:r>
              <a:rPr lang="ta-IN" b="1" dirty="0"/>
              <a:t>மாதிரி </a:t>
            </a:r>
            <a:r>
              <a:rPr lang="en-US" b="1" dirty="0"/>
              <a:t>components-</a:t>
            </a:r>
            <a:r>
              <a:rPr lang="ta-IN" b="1" dirty="0"/>
              <a:t>ஆ பிரித்து </a:t>
            </a:r>
            <a:r>
              <a:rPr lang="en-US" b="1" dirty="0"/>
              <a:t>build </a:t>
            </a:r>
            <a:r>
              <a:rPr lang="ta-IN" b="1" dirty="0"/>
              <a:t>பண்ணுவது தான் </a:t>
            </a:r>
            <a:r>
              <a:rPr lang="en-US" b="1" dirty="0"/>
              <a:t>Component Based Architecture.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125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DF9292-9B6D-4A82-AEF9-10FEE302F81E}"/>
              </a:ext>
            </a:extLst>
          </p:cNvPr>
          <p:cNvSpPr/>
          <p:nvPr/>
        </p:nvSpPr>
        <p:spPr>
          <a:xfrm>
            <a:off x="642937" y="688539"/>
            <a:ext cx="1090612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Reusable Code </a:t>
            </a:r>
            <a:r>
              <a:rPr lang="ta-IN" b="1" dirty="0"/>
              <a:t>என்றால் என்ன?</a:t>
            </a:r>
          </a:p>
          <a:p>
            <a:r>
              <a:rPr lang="ta-IN" dirty="0"/>
              <a:t>ஒரே </a:t>
            </a:r>
            <a:r>
              <a:rPr lang="en-US" dirty="0"/>
              <a:t>code-</a:t>
            </a:r>
            <a:r>
              <a:rPr lang="ta-IN" dirty="0"/>
              <a:t>ஐ </a:t>
            </a:r>
            <a:r>
              <a:rPr lang="ta-IN" b="1" dirty="0"/>
              <a:t>பல இடங்களில் மீண்டும் மீண்டும் பயன்படுத்துவது</a:t>
            </a:r>
            <a:r>
              <a:rPr lang="ta-IN" dirty="0"/>
              <a:t> தான்</a:t>
            </a:r>
            <a:br>
              <a:rPr lang="ta-IN" dirty="0"/>
            </a:br>
            <a:r>
              <a:rPr lang="en-US" dirty="0"/>
              <a:t>👉 </a:t>
            </a:r>
            <a:r>
              <a:rPr lang="en-US" b="1" dirty="0"/>
              <a:t>Reusable Code</a:t>
            </a:r>
            <a:endParaRPr lang="en-US" dirty="0"/>
          </a:p>
          <a:p>
            <a:r>
              <a:rPr lang="ta-IN" dirty="0"/>
              <a:t>இதனால்: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Time save </a:t>
            </a:r>
            <a:r>
              <a:rPr lang="ta-IN" dirty="0"/>
              <a:t>ஆகும்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Code duplicate </a:t>
            </a:r>
            <a:r>
              <a:rPr lang="ta-IN" dirty="0"/>
              <a:t>ஆகாது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Maintenance easy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Bugs </a:t>
            </a:r>
            <a:r>
              <a:rPr lang="ta-IN" dirty="0"/>
              <a:t>குறையும்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0BFD30-5D9A-41D7-B58B-02330DC7532C}"/>
              </a:ext>
            </a:extLst>
          </p:cNvPr>
          <p:cNvSpPr/>
          <p:nvPr/>
        </p:nvSpPr>
        <p:spPr>
          <a:xfrm>
            <a:off x="857250" y="3186410"/>
            <a:ext cx="106918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React / Angular / Vue – </a:t>
            </a:r>
            <a:r>
              <a:rPr lang="ta-IN" b="1" dirty="0"/>
              <a:t>எல்லாத்திலும் </a:t>
            </a:r>
            <a:r>
              <a:rPr lang="en-US" b="1" dirty="0"/>
              <a:t>Reusable Code </a:t>
            </a:r>
            <a:r>
              <a:rPr lang="ta-IN" b="1" dirty="0"/>
              <a:t>எப்படி?</a:t>
            </a:r>
          </a:p>
          <a:p>
            <a:r>
              <a:rPr lang="ta-IN" dirty="0"/>
              <a:t>இந்த 3-ம் </a:t>
            </a:r>
            <a:r>
              <a:rPr lang="en-US" b="1" dirty="0"/>
              <a:t>Component-based frameworks / library</a:t>
            </a:r>
            <a:r>
              <a:rPr lang="en-US" dirty="0"/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4E58B0-4B53-4169-825E-401D8CAC8649}"/>
              </a:ext>
            </a:extLst>
          </p:cNvPr>
          <p:cNvSpPr/>
          <p:nvPr/>
        </p:nvSpPr>
        <p:spPr>
          <a:xfrm>
            <a:off x="857250" y="4022288"/>
            <a:ext cx="996315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Component </a:t>
            </a:r>
            <a:r>
              <a:rPr lang="ta-IN" b="1" dirty="0"/>
              <a:t>என்றால் என்ன?</a:t>
            </a:r>
          </a:p>
          <a:p>
            <a:r>
              <a:rPr lang="en-US" dirty="0"/>
              <a:t>UI-</a:t>
            </a:r>
            <a:r>
              <a:rPr lang="ta-IN" dirty="0"/>
              <a:t>ல ஒரு </a:t>
            </a:r>
            <a:r>
              <a:rPr lang="ta-IN" b="1" dirty="0"/>
              <a:t>சின்ன பகுதி</a:t>
            </a:r>
            <a:r>
              <a:rPr lang="ta-IN" dirty="0"/>
              <a:t> தான் </a:t>
            </a:r>
            <a:r>
              <a:rPr lang="en-US" dirty="0"/>
              <a:t>component.</a:t>
            </a:r>
          </a:p>
          <a:p>
            <a:r>
              <a:rPr lang="en-US" dirty="0"/>
              <a:t>👉 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Article card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Button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Header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4179865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293ECC-1981-43DA-8EFB-25B83E2B7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49" y="638040"/>
            <a:ext cx="12030075" cy="1800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Article Component – Example Concept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a-IN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Latha" panose="020B0604020202020204" pitchFamily="34" charset="0"/>
              </a:rPr>
              <a:t>ஒரு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Article Component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create </a:t>
            </a:r>
            <a:r>
              <a:rPr kumimoji="0" lang="ta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Latha" panose="020B0604020202020204" pitchFamily="34" charset="0"/>
              </a:rPr>
              <a:t>பண்ணிட்டா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👇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&lt;Article /&gt;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&lt;Article /&gt;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&lt;Article /&gt; 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👉 Same design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👉 Different data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👉 Same code reuse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75787F-46CF-4479-B51C-FC6C37DE9CE0}"/>
              </a:ext>
            </a:extLst>
          </p:cNvPr>
          <p:cNvSpPr/>
          <p:nvPr/>
        </p:nvSpPr>
        <p:spPr>
          <a:xfrm>
            <a:off x="704849" y="2638336"/>
            <a:ext cx="79533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React-</a:t>
            </a:r>
            <a:r>
              <a:rPr lang="ta-IN" b="1" dirty="0"/>
              <a:t>ல் </a:t>
            </a:r>
            <a:r>
              <a:rPr lang="en-US" b="1" dirty="0"/>
              <a:t>Reusable Code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Component create </a:t>
            </a:r>
            <a:r>
              <a:rPr lang="ta-IN" dirty="0"/>
              <a:t>பண்ணி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Props use </a:t>
            </a:r>
            <a:r>
              <a:rPr lang="ta-IN" dirty="0"/>
              <a:t>பண்ணி </a:t>
            </a:r>
            <a:r>
              <a:rPr lang="en-US" dirty="0"/>
              <a:t>data pass </a:t>
            </a:r>
            <a:r>
              <a:rPr lang="ta-IN" dirty="0"/>
              <a:t>பண்ணலாம்</a:t>
            </a:r>
          </a:p>
          <a:p>
            <a:r>
              <a:rPr lang="en-US" dirty="0"/>
              <a:t>👉 One Article component → Many articles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32D19F-9B29-4686-AEB3-CD095CBB503D}"/>
              </a:ext>
            </a:extLst>
          </p:cNvPr>
          <p:cNvSpPr/>
          <p:nvPr/>
        </p:nvSpPr>
        <p:spPr>
          <a:xfrm>
            <a:off x="704849" y="3838665"/>
            <a:ext cx="9677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Angular-</a:t>
            </a:r>
            <a:r>
              <a:rPr lang="ta-IN" b="1" dirty="0"/>
              <a:t>ல் </a:t>
            </a:r>
            <a:r>
              <a:rPr lang="en-US" b="1" dirty="0"/>
              <a:t>Reusable Code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Component + Template use </a:t>
            </a:r>
            <a:r>
              <a:rPr lang="ta-IN" dirty="0"/>
              <a:t>பண்ணும்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a-IN" dirty="0"/>
              <a:t>@</a:t>
            </a:r>
            <a:r>
              <a:rPr lang="en-US" dirty="0"/>
              <a:t>Input() </a:t>
            </a:r>
            <a:r>
              <a:rPr lang="ta-IN" dirty="0"/>
              <a:t>மூலம் </a:t>
            </a:r>
            <a:r>
              <a:rPr lang="en-US" dirty="0"/>
              <a:t>data pass </a:t>
            </a:r>
            <a:r>
              <a:rPr lang="ta-IN" dirty="0"/>
              <a:t>பண்ணலாம்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Large applications-</a:t>
            </a:r>
            <a:r>
              <a:rPr lang="ta-IN" dirty="0"/>
              <a:t>க்கு </a:t>
            </a:r>
            <a:r>
              <a:rPr lang="en-US" dirty="0"/>
              <a:t>powerful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D261B8-A39D-4E07-9431-70ADBC80B7CE}"/>
              </a:ext>
            </a:extLst>
          </p:cNvPr>
          <p:cNvSpPr/>
          <p:nvPr/>
        </p:nvSpPr>
        <p:spPr>
          <a:xfrm>
            <a:off x="704849" y="5038994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Vue-</a:t>
            </a:r>
            <a:r>
              <a:rPr lang="en-US" b="1" dirty="0" err="1"/>
              <a:t>ல்</a:t>
            </a:r>
            <a:r>
              <a:rPr lang="en-US" b="1" dirty="0"/>
              <a:t> Reusable Code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Component system simple &amp; easy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Props + slots use </a:t>
            </a:r>
            <a:r>
              <a:rPr lang="en-US" dirty="0" err="1"/>
              <a:t>பண்ணி</a:t>
            </a:r>
            <a:r>
              <a:rPr lang="en-US" dirty="0"/>
              <a:t> reuse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Beginners-</a:t>
            </a:r>
            <a:r>
              <a:rPr lang="en-US" dirty="0" err="1"/>
              <a:t>க்கு</a:t>
            </a:r>
            <a:r>
              <a:rPr lang="en-US" dirty="0"/>
              <a:t> friendly</a:t>
            </a:r>
          </a:p>
        </p:txBody>
      </p:sp>
    </p:spTree>
    <p:extLst>
      <p:ext uri="{BB962C8B-B14F-4D97-AF65-F5344CB8AC3E}">
        <p14:creationId xmlns:p14="http://schemas.microsoft.com/office/powerpoint/2010/main" val="30534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121428-C1B5-41F1-B080-4470F2D44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761895"/>
            <a:ext cx="11953875" cy="1400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Real-life Example (Article List)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Article Component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├── Article 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├── Article 2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├── Article 3 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👉 Same component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👉 Different content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6877DD-F1AA-4509-AAAF-35FA475D1E8F}"/>
              </a:ext>
            </a:extLst>
          </p:cNvPr>
          <p:cNvSpPr/>
          <p:nvPr/>
        </p:nvSpPr>
        <p:spPr>
          <a:xfrm>
            <a:off x="838199" y="230933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Why Reusable Code is important?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Faster development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Clean 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Easy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Industry standard practice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AF2EE2-8B81-440C-AA8D-F232D85A75F6}"/>
              </a:ext>
            </a:extLst>
          </p:cNvPr>
          <p:cNvSpPr/>
          <p:nvPr/>
        </p:nvSpPr>
        <p:spPr>
          <a:xfrm>
            <a:off x="838199" y="3933722"/>
            <a:ext cx="95631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👉 </a:t>
            </a:r>
            <a:r>
              <a:rPr lang="en-US" b="1" dirty="0"/>
              <a:t>React, Angular, Vue </a:t>
            </a:r>
            <a:r>
              <a:rPr lang="ta-IN" b="1" dirty="0"/>
              <a:t>எல்லாத்திலும் </a:t>
            </a:r>
            <a:r>
              <a:rPr lang="en-US" b="1" dirty="0"/>
              <a:t>Component-</a:t>
            </a:r>
            <a:r>
              <a:rPr lang="ta-IN" b="1" dirty="0"/>
              <a:t>களை </a:t>
            </a:r>
            <a:r>
              <a:rPr lang="en-US" b="1" dirty="0"/>
              <a:t>use </a:t>
            </a:r>
            <a:r>
              <a:rPr lang="ta-IN" b="1" dirty="0"/>
              <a:t>பண்ணி </a:t>
            </a:r>
            <a:r>
              <a:rPr lang="en-US" b="1" dirty="0"/>
              <a:t>Reusable code </a:t>
            </a:r>
            <a:r>
              <a:rPr lang="ta-IN" b="1" dirty="0"/>
              <a:t>எழுதலாம். ஒரே </a:t>
            </a:r>
            <a:r>
              <a:rPr lang="en-US" b="1" dirty="0"/>
              <a:t>Article component-</a:t>
            </a:r>
            <a:r>
              <a:rPr lang="ta-IN" b="1" dirty="0"/>
              <a:t>ஐ பல தடவை பயன்படுத்த முடியும்.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202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90F997-F898-4023-AD6B-46234CE43B47}"/>
              </a:ext>
            </a:extLst>
          </p:cNvPr>
          <p:cNvSpPr/>
          <p:nvPr/>
        </p:nvSpPr>
        <p:spPr>
          <a:xfrm>
            <a:off x="764287" y="710684"/>
            <a:ext cx="19956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React is Declarative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2240BE-0ABB-4E6C-BFD6-21BCDFA8E886}"/>
              </a:ext>
            </a:extLst>
          </p:cNvPr>
          <p:cNvSpPr/>
          <p:nvPr/>
        </p:nvSpPr>
        <p:spPr>
          <a:xfrm>
            <a:off x="685799" y="1208812"/>
            <a:ext cx="94011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React is declarative </a:t>
            </a:r>
            <a:r>
              <a:rPr lang="ta-IN" b="1" dirty="0"/>
              <a:t>என்றால் என்ன?</a:t>
            </a:r>
          </a:p>
          <a:p>
            <a:r>
              <a:rPr lang="en-US" b="1" dirty="0"/>
              <a:t>Declarative</a:t>
            </a:r>
            <a:r>
              <a:rPr lang="en-US" dirty="0"/>
              <a:t> </a:t>
            </a:r>
            <a:r>
              <a:rPr lang="ta-IN" dirty="0"/>
              <a:t>என்றால்</a:t>
            </a:r>
            <a:br>
              <a:rPr lang="ta-IN" dirty="0"/>
            </a:br>
            <a:r>
              <a:rPr lang="en-US" dirty="0"/>
              <a:t>👉 </a:t>
            </a:r>
            <a:r>
              <a:rPr lang="en-US" i="1" dirty="0"/>
              <a:t>“</a:t>
            </a:r>
            <a:r>
              <a:rPr lang="ta-IN" i="1" dirty="0"/>
              <a:t>என்ன வேண்டும்”</a:t>
            </a:r>
            <a:r>
              <a:rPr lang="ta-IN" dirty="0"/>
              <a:t> என்று </a:t>
            </a:r>
            <a:r>
              <a:rPr lang="en-US" dirty="0"/>
              <a:t>React-</a:t>
            </a:r>
            <a:r>
              <a:rPr lang="ta-IN" dirty="0"/>
              <a:t>க்கு சொல்வது</a:t>
            </a:r>
            <a:br>
              <a:rPr lang="ta-IN" dirty="0"/>
            </a:br>
            <a:r>
              <a:rPr lang="en-US" dirty="0"/>
              <a:t>👉 </a:t>
            </a:r>
            <a:r>
              <a:rPr lang="en-US" i="1" dirty="0"/>
              <a:t>“</a:t>
            </a:r>
            <a:r>
              <a:rPr lang="ta-IN" i="1" dirty="0"/>
              <a:t>எப்படி செய்ய வேண்டும்”</a:t>
            </a:r>
            <a:r>
              <a:rPr lang="ta-IN" dirty="0"/>
              <a:t> என்று நாம சொல்ல வேண்டாம்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31DCFD-15B0-4107-9BA2-02EF5071C008}"/>
              </a:ext>
            </a:extLst>
          </p:cNvPr>
          <p:cNvSpPr/>
          <p:nvPr/>
        </p:nvSpPr>
        <p:spPr>
          <a:xfrm>
            <a:off x="685799" y="2575174"/>
            <a:ext cx="94011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Tell React what you want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UI </a:t>
            </a:r>
            <a:r>
              <a:rPr lang="ta-IN" dirty="0"/>
              <a:t>எப்படி இருக்கணும் என்று </a:t>
            </a:r>
            <a:r>
              <a:rPr lang="en-US" dirty="0"/>
              <a:t>React-</a:t>
            </a:r>
            <a:r>
              <a:rPr lang="ta-IN" dirty="0"/>
              <a:t>க்கு சொல்லினா போதும்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Button, text, list </a:t>
            </a:r>
            <a:r>
              <a:rPr lang="ta-IN" dirty="0"/>
              <a:t>எப்படிக் காட்டணும் என்று </a:t>
            </a:r>
            <a:r>
              <a:rPr lang="en-US" dirty="0"/>
              <a:t>describe </a:t>
            </a:r>
            <a:r>
              <a:rPr lang="ta-IN" dirty="0"/>
              <a:t>பண்ணுறோம்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Behind the scenes </a:t>
            </a:r>
            <a:r>
              <a:rPr lang="ta-IN" dirty="0"/>
              <a:t>வேலை </a:t>
            </a:r>
            <a:r>
              <a:rPr lang="en-US" dirty="0"/>
              <a:t>React </a:t>
            </a:r>
            <a:r>
              <a:rPr lang="ta-IN" dirty="0"/>
              <a:t>பார்த்துக்கொள்ளும்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37366F-19D1-42DF-917D-164637CADDF4}"/>
              </a:ext>
            </a:extLst>
          </p:cNvPr>
          <p:cNvSpPr/>
          <p:nvPr/>
        </p:nvSpPr>
        <p:spPr>
          <a:xfrm>
            <a:off x="764287" y="3653135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👉 Example idea: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“</a:t>
            </a:r>
            <a:r>
              <a:rPr lang="ta-IN" dirty="0"/>
              <a:t>இந்த </a:t>
            </a:r>
            <a:r>
              <a:rPr lang="en-US" dirty="0"/>
              <a:t>data </a:t>
            </a:r>
            <a:r>
              <a:rPr lang="ta-IN" dirty="0"/>
              <a:t>வந்தா இந்த </a:t>
            </a:r>
            <a:r>
              <a:rPr lang="en-US" dirty="0"/>
              <a:t>UI show </a:t>
            </a:r>
            <a:r>
              <a:rPr lang="ta-IN" dirty="0"/>
              <a:t>பண்ணு”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a-IN" dirty="0"/>
              <a:t>“</a:t>
            </a:r>
            <a:r>
              <a:rPr lang="en-US" dirty="0"/>
              <a:t>data change </a:t>
            </a:r>
            <a:r>
              <a:rPr lang="ta-IN" dirty="0"/>
              <a:t>ஆனா </a:t>
            </a:r>
            <a:r>
              <a:rPr lang="en-US" dirty="0"/>
              <a:t>UI update </a:t>
            </a:r>
            <a:r>
              <a:rPr lang="ta-IN" dirty="0"/>
              <a:t>பண்ணு”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95C830-3F7C-4F6D-9241-7B21C4D84D99}"/>
              </a:ext>
            </a:extLst>
          </p:cNvPr>
          <p:cNvSpPr/>
          <p:nvPr/>
        </p:nvSpPr>
        <p:spPr>
          <a:xfrm>
            <a:off x="764287" y="4513214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React will build the actual UI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React </a:t>
            </a:r>
            <a:r>
              <a:rPr lang="ta-IN" dirty="0"/>
              <a:t>தான்: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DOM create </a:t>
            </a:r>
            <a:r>
              <a:rPr lang="ta-IN" dirty="0"/>
              <a:t>பண்ணும்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UI update </a:t>
            </a:r>
            <a:r>
              <a:rPr lang="ta-IN" dirty="0"/>
              <a:t>பண்ணும்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a-IN" dirty="0"/>
              <a:t>நாம </a:t>
            </a:r>
            <a:r>
              <a:rPr lang="en-US" dirty="0"/>
              <a:t>direct-</a:t>
            </a:r>
            <a:r>
              <a:rPr lang="ta-IN" dirty="0"/>
              <a:t>ஆ </a:t>
            </a:r>
            <a:r>
              <a:rPr lang="en-US" dirty="0"/>
              <a:t>DOM touch </a:t>
            </a:r>
            <a:r>
              <a:rPr lang="ta-IN" dirty="0"/>
              <a:t>பண்ண வேண்டாம்</a:t>
            </a:r>
          </a:p>
        </p:txBody>
      </p:sp>
    </p:spTree>
    <p:extLst>
      <p:ext uri="{BB962C8B-B14F-4D97-AF65-F5344CB8AC3E}">
        <p14:creationId xmlns:p14="http://schemas.microsoft.com/office/powerpoint/2010/main" val="1914241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1406D1-F6F7-43E7-8373-097991CA8A37}"/>
              </a:ext>
            </a:extLst>
          </p:cNvPr>
          <p:cNvSpPr/>
          <p:nvPr/>
        </p:nvSpPr>
        <p:spPr>
          <a:xfrm>
            <a:off x="733424" y="690086"/>
            <a:ext cx="928687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React will handle updating and rendering efficiently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(state / props) change </a:t>
            </a:r>
            <a:r>
              <a:rPr lang="ta-IN" dirty="0"/>
              <a:t>ஆனா: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React automatically UI-</a:t>
            </a:r>
            <a:r>
              <a:rPr lang="ta-IN" dirty="0"/>
              <a:t>ஐ </a:t>
            </a:r>
            <a:r>
              <a:rPr lang="en-US" dirty="0"/>
              <a:t>update </a:t>
            </a:r>
            <a:r>
              <a:rPr lang="ta-IN" dirty="0"/>
              <a:t>பண்ணும்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Fast-</a:t>
            </a:r>
            <a:r>
              <a:rPr lang="ta-IN" dirty="0"/>
              <a:t>ஆ </a:t>
            </a:r>
            <a:r>
              <a:rPr lang="en-US" dirty="0"/>
              <a:t>update </a:t>
            </a:r>
            <a:r>
              <a:rPr lang="ta-IN" dirty="0"/>
              <a:t>ஆகும்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a-IN" dirty="0"/>
              <a:t>தேவையான இடம் மட்டும் </a:t>
            </a:r>
            <a:r>
              <a:rPr lang="en-US" dirty="0"/>
              <a:t>update </a:t>
            </a:r>
            <a:r>
              <a:rPr lang="ta-IN" dirty="0"/>
              <a:t>ஆகும்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3E9EE3-255E-4353-9581-933D6D41F46F}"/>
              </a:ext>
            </a:extLst>
          </p:cNvPr>
          <p:cNvSpPr/>
          <p:nvPr/>
        </p:nvSpPr>
        <p:spPr>
          <a:xfrm>
            <a:off x="733424" y="2382263"/>
            <a:ext cx="945832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DOM updates are handled gracefully in React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React </a:t>
            </a:r>
            <a:r>
              <a:rPr lang="en-US" b="1" dirty="0"/>
              <a:t>Virtual DOM</a:t>
            </a:r>
            <a:r>
              <a:rPr lang="en-US" dirty="0"/>
              <a:t> use </a:t>
            </a:r>
            <a:r>
              <a:rPr lang="ta-IN" dirty="0"/>
              <a:t>பண்ணும்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Difference </a:t>
            </a:r>
            <a:r>
              <a:rPr lang="ta-IN" dirty="0"/>
              <a:t>மட்டும் கண்டுபிடித்து: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Real DOM-</a:t>
            </a:r>
            <a:r>
              <a:rPr lang="ta-IN" dirty="0"/>
              <a:t>ல </a:t>
            </a:r>
            <a:r>
              <a:rPr lang="en-US" dirty="0"/>
              <a:t>minimum changes </a:t>
            </a:r>
            <a:r>
              <a:rPr lang="ta-IN" dirty="0"/>
              <a:t>தான் பண்ணும்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a-IN" dirty="0"/>
              <a:t>அதனால்: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Performance better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Page flicker </a:t>
            </a:r>
            <a:r>
              <a:rPr lang="ta-IN" dirty="0"/>
              <a:t>இல்ல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App smooth-</a:t>
            </a:r>
            <a:r>
              <a:rPr lang="ta-IN" dirty="0"/>
              <a:t>ஆ </a:t>
            </a:r>
            <a:r>
              <a:rPr lang="en-US" dirty="0"/>
              <a:t>run </a:t>
            </a:r>
            <a:r>
              <a:rPr lang="ta-IN" dirty="0"/>
              <a:t>ஆகும்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FB8000-78DD-4349-9449-E07240212FAE}"/>
              </a:ext>
            </a:extLst>
          </p:cNvPr>
          <p:cNvSpPr/>
          <p:nvPr/>
        </p:nvSpPr>
        <p:spPr>
          <a:xfrm>
            <a:off x="866774" y="4579888"/>
            <a:ext cx="1090612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Simple real-life example</a:t>
            </a:r>
          </a:p>
          <a:p>
            <a:r>
              <a:rPr lang="en-US" dirty="0"/>
              <a:t>👉 “Light ON </a:t>
            </a:r>
            <a:r>
              <a:rPr lang="ta-IN" dirty="0"/>
              <a:t>ஆகணும்”ன்னு </a:t>
            </a:r>
            <a:r>
              <a:rPr lang="en-US" dirty="0"/>
              <a:t>switch-</a:t>
            </a:r>
            <a:r>
              <a:rPr lang="ta-IN" dirty="0"/>
              <a:t>க்கு சொல்ற மாதிரி</a:t>
            </a:r>
            <a:br>
              <a:rPr lang="ta-IN" dirty="0"/>
            </a:br>
            <a:r>
              <a:rPr lang="en-US" dirty="0"/>
              <a:t>👉 “Wire </a:t>
            </a:r>
            <a:r>
              <a:rPr lang="ta-IN" dirty="0"/>
              <a:t>எப்படி </a:t>
            </a:r>
            <a:r>
              <a:rPr lang="en-US" dirty="0"/>
              <a:t>connect </a:t>
            </a:r>
            <a:r>
              <a:rPr lang="ta-IN" dirty="0"/>
              <a:t>ஆகணும்”ன்னு நாம கவலைப்பட மாட்டோம்</a:t>
            </a:r>
          </a:p>
          <a:p>
            <a:r>
              <a:rPr lang="ta-IN" dirty="0"/>
              <a:t>அதே மாதிரி: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React-</a:t>
            </a:r>
            <a:r>
              <a:rPr lang="ta-IN" dirty="0"/>
              <a:t>க்கு </a:t>
            </a:r>
            <a:r>
              <a:rPr lang="en-US" i="1" dirty="0"/>
              <a:t>UI </a:t>
            </a:r>
            <a:r>
              <a:rPr lang="ta-IN" i="1" dirty="0"/>
              <a:t>எப்படி இருக்கணும்</a:t>
            </a:r>
            <a:r>
              <a:rPr lang="ta-IN" dirty="0"/>
              <a:t>ன்னு சொன்னா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/>
              <a:t>UI build &amp; update</a:t>
            </a:r>
            <a:r>
              <a:rPr lang="en-US" dirty="0"/>
              <a:t> React </a:t>
            </a:r>
            <a:r>
              <a:rPr lang="ta-IN" dirty="0"/>
              <a:t>பார்த்துக்கொள்ளும்</a:t>
            </a:r>
          </a:p>
        </p:txBody>
      </p:sp>
    </p:spTree>
    <p:extLst>
      <p:ext uri="{BB962C8B-B14F-4D97-AF65-F5344CB8AC3E}">
        <p14:creationId xmlns:p14="http://schemas.microsoft.com/office/powerpoint/2010/main" val="1452263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46A4F5-BEB1-407E-A2DC-35B6763D4C22}"/>
              </a:ext>
            </a:extLst>
          </p:cNvPr>
          <p:cNvSpPr/>
          <p:nvPr/>
        </p:nvSpPr>
        <p:spPr>
          <a:xfrm>
            <a:off x="676275" y="714286"/>
            <a:ext cx="95631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React declarative </a:t>
            </a:r>
            <a:r>
              <a:rPr lang="ta-IN" dirty="0"/>
              <a:t>ஆக இருப்பதால், </a:t>
            </a:r>
            <a:r>
              <a:rPr lang="en-US" dirty="0"/>
              <a:t>UI </a:t>
            </a:r>
            <a:r>
              <a:rPr lang="ta-IN" dirty="0"/>
              <a:t>எப்படி இருக்கணும் என்று சொல்லினா போதும்; </a:t>
            </a:r>
            <a:r>
              <a:rPr lang="en-US" dirty="0"/>
              <a:t>DOM update, rendering </a:t>
            </a:r>
            <a:r>
              <a:rPr lang="ta-IN" dirty="0"/>
              <a:t>எல்லாம் </a:t>
            </a:r>
            <a:r>
              <a:rPr lang="en-US" dirty="0"/>
              <a:t>React smooth-</a:t>
            </a:r>
            <a:r>
              <a:rPr lang="ta-IN" dirty="0"/>
              <a:t>ஆ </a:t>
            </a:r>
            <a:r>
              <a:rPr lang="en-US" dirty="0"/>
              <a:t>handle </a:t>
            </a:r>
            <a:r>
              <a:rPr lang="ta-IN" dirty="0"/>
              <a:t>பண்ணும்.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A1D974-CEDC-41B9-95CB-76C80F035615}"/>
              </a:ext>
            </a:extLst>
          </p:cNvPr>
          <p:cNvSpPr/>
          <p:nvPr/>
        </p:nvSpPr>
        <p:spPr>
          <a:xfrm>
            <a:off x="4726176" y="1644134"/>
            <a:ext cx="12346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Why React?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325762-7459-45C3-9B2E-095CA508EF93}"/>
              </a:ext>
            </a:extLst>
          </p:cNvPr>
          <p:cNvSpPr/>
          <p:nvPr/>
        </p:nvSpPr>
        <p:spPr>
          <a:xfrm>
            <a:off x="790576" y="1898214"/>
            <a:ext cx="1305877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Seamlessly integrate React into any 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React-</a:t>
            </a:r>
            <a:r>
              <a:rPr lang="ta-IN" dirty="0"/>
              <a:t>ஐ </a:t>
            </a:r>
            <a:r>
              <a:rPr lang="ta-IN" b="1" dirty="0"/>
              <a:t>எந்த </a:t>
            </a:r>
            <a:r>
              <a:rPr lang="en-US" b="1" dirty="0"/>
              <a:t>existing application-</a:t>
            </a:r>
            <a:r>
              <a:rPr lang="ta-IN" b="1" dirty="0"/>
              <a:t>லயும் </a:t>
            </a:r>
            <a:r>
              <a:rPr lang="en-US" b="1" dirty="0"/>
              <a:t>easy-</a:t>
            </a:r>
            <a:r>
              <a:rPr lang="ta-IN" b="1" dirty="0"/>
              <a:t>ஆ </a:t>
            </a:r>
            <a:r>
              <a:rPr lang="en-US" b="1" dirty="0"/>
              <a:t>integrate</a:t>
            </a:r>
            <a:r>
              <a:rPr lang="en-US" dirty="0"/>
              <a:t> </a:t>
            </a:r>
            <a:r>
              <a:rPr lang="ta-IN" dirty="0"/>
              <a:t>பண்ணலாம்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a-IN" dirty="0"/>
              <a:t>முழு </a:t>
            </a:r>
            <a:r>
              <a:rPr lang="en-US" dirty="0"/>
              <a:t>website React-</a:t>
            </a:r>
            <a:r>
              <a:rPr lang="ta-IN" dirty="0"/>
              <a:t>ல இருக்கணும் என்ற அவசியம் இல்லை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Slowly introduce </a:t>
            </a:r>
            <a:r>
              <a:rPr lang="ta-IN" dirty="0"/>
              <a:t>பண்ணிக்கலாம்</a:t>
            </a:r>
          </a:p>
          <a:p>
            <a:r>
              <a:rPr lang="en-US" dirty="0"/>
              <a:t>👉 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Already HTML / PHP / Java app </a:t>
            </a:r>
            <a:r>
              <a:rPr lang="ta-IN" dirty="0"/>
              <a:t>இருக்கலாம்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a-IN" dirty="0"/>
              <a:t>ஒரு </a:t>
            </a:r>
            <a:r>
              <a:rPr lang="en-US" dirty="0"/>
              <a:t>part </a:t>
            </a:r>
            <a:r>
              <a:rPr lang="ta-IN" dirty="0"/>
              <a:t>மட்டும் </a:t>
            </a:r>
            <a:r>
              <a:rPr lang="en-US" dirty="0"/>
              <a:t>React-</a:t>
            </a:r>
            <a:r>
              <a:rPr lang="ta-IN" dirty="0"/>
              <a:t>ல </a:t>
            </a:r>
            <a:r>
              <a:rPr lang="en-US" dirty="0"/>
              <a:t>convert </a:t>
            </a:r>
            <a:r>
              <a:rPr lang="ta-IN" dirty="0"/>
              <a:t>பண்ணலாம்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50FD30-8B01-4F5F-B7CE-248024A4F895}"/>
              </a:ext>
            </a:extLst>
          </p:cNvPr>
          <p:cNvSpPr/>
          <p:nvPr/>
        </p:nvSpPr>
        <p:spPr>
          <a:xfrm>
            <a:off x="790576" y="4070688"/>
            <a:ext cx="103632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Portion of a page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a-IN" dirty="0"/>
              <a:t>ஒரு </a:t>
            </a:r>
            <a:r>
              <a:rPr lang="en-US" dirty="0"/>
              <a:t>page-</a:t>
            </a:r>
            <a:r>
              <a:rPr lang="ta-IN" dirty="0"/>
              <a:t>ல </a:t>
            </a:r>
            <a:r>
              <a:rPr lang="ta-IN" b="1" dirty="0"/>
              <a:t>சின்ன பகுதி</a:t>
            </a:r>
            <a:r>
              <a:rPr lang="ta-IN" dirty="0"/>
              <a:t> மட்டும் </a:t>
            </a:r>
            <a:r>
              <a:rPr lang="en-US" dirty="0"/>
              <a:t>React-</a:t>
            </a:r>
            <a:r>
              <a:rPr lang="ta-IN" dirty="0"/>
              <a:t>ல </a:t>
            </a:r>
            <a:r>
              <a:rPr lang="en-US" dirty="0"/>
              <a:t>use </a:t>
            </a:r>
            <a:r>
              <a:rPr lang="ta-IN" dirty="0"/>
              <a:t>பண்ணலாம்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Comment section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Search box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Like button</a:t>
            </a:r>
          </a:p>
        </p:txBody>
      </p:sp>
    </p:spTree>
    <p:extLst>
      <p:ext uri="{BB962C8B-B14F-4D97-AF65-F5344CB8AC3E}">
        <p14:creationId xmlns:p14="http://schemas.microsoft.com/office/powerpoint/2010/main" val="1224948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0B0644-2D93-4F2E-9E53-F34FA6BADF0B}"/>
              </a:ext>
            </a:extLst>
          </p:cNvPr>
          <p:cNvSpPr/>
          <p:nvPr/>
        </p:nvSpPr>
        <p:spPr>
          <a:xfrm>
            <a:off x="771525" y="770662"/>
            <a:ext cx="95631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Complete page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a-IN" dirty="0"/>
              <a:t>ஒரு </a:t>
            </a:r>
            <a:r>
              <a:rPr lang="en-US" dirty="0"/>
              <a:t>full page-</a:t>
            </a:r>
            <a:r>
              <a:rPr lang="ta-IN" dirty="0"/>
              <a:t>ஐ </a:t>
            </a:r>
            <a:r>
              <a:rPr lang="en-US" dirty="0"/>
              <a:t>React-</a:t>
            </a:r>
            <a:r>
              <a:rPr lang="ta-IN" dirty="0"/>
              <a:t>ல </a:t>
            </a:r>
            <a:r>
              <a:rPr lang="en-US" dirty="0"/>
              <a:t>build </a:t>
            </a:r>
            <a:r>
              <a:rPr lang="ta-IN" dirty="0"/>
              <a:t>பண்ணலாம்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Dashboard page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Profile page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Admin panel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62B8AD-E88E-4FCA-A1E0-468A7C979A07}"/>
              </a:ext>
            </a:extLst>
          </p:cNvPr>
          <p:cNvSpPr/>
          <p:nvPr/>
        </p:nvSpPr>
        <p:spPr>
          <a:xfrm>
            <a:off x="771525" y="2524988"/>
            <a:ext cx="84201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/>
              <a:t>Entire 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a-IN"/>
              <a:t>முழு </a:t>
            </a:r>
            <a:r>
              <a:rPr lang="en-US"/>
              <a:t>application-</a:t>
            </a:r>
            <a:r>
              <a:rPr lang="ta-IN"/>
              <a:t>ஐ </a:t>
            </a:r>
            <a:r>
              <a:rPr lang="en-US"/>
              <a:t>React-</a:t>
            </a:r>
            <a:r>
              <a:rPr lang="ta-IN"/>
              <a:t>ல </a:t>
            </a:r>
            <a:r>
              <a:rPr lang="en-US"/>
              <a:t>build </a:t>
            </a:r>
            <a:r>
              <a:rPr lang="ta-IN"/>
              <a:t>பண்ண முடியும்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Single Page Application (SPA) create </a:t>
            </a:r>
            <a:r>
              <a:rPr lang="ta-IN"/>
              <a:t>பண்ணலாம்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Fast, smooth user experience </a:t>
            </a:r>
            <a:r>
              <a:rPr lang="ta-IN"/>
              <a:t>கிடைக்கும்</a:t>
            </a:r>
            <a:endParaRPr lang="ta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49C314-BE93-4EC8-BA8A-ABB58087FB61}"/>
              </a:ext>
            </a:extLst>
          </p:cNvPr>
          <p:cNvSpPr/>
          <p:nvPr/>
        </p:nvSpPr>
        <p:spPr>
          <a:xfrm>
            <a:off x="771525" y="3726180"/>
            <a:ext cx="1090612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React Native for mobile applications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React Native</a:t>
            </a:r>
            <a:r>
              <a:rPr lang="en-US" dirty="0"/>
              <a:t> use </a:t>
            </a:r>
            <a:r>
              <a:rPr lang="ta-IN" dirty="0"/>
              <a:t>பண்ணி: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Android App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iOS App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Same React concepts (components, state, props)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One codebase → multiple platforms</a:t>
            </a:r>
          </a:p>
        </p:txBody>
      </p:sp>
    </p:spTree>
    <p:extLst>
      <p:ext uri="{BB962C8B-B14F-4D97-AF65-F5344CB8AC3E}">
        <p14:creationId xmlns:p14="http://schemas.microsoft.com/office/powerpoint/2010/main" val="22159626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48B880-35E9-413B-A3C4-8B18BE563E60}"/>
              </a:ext>
            </a:extLst>
          </p:cNvPr>
          <p:cNvSpPr/>
          <p:nvPr/>
        </p:nvSpPr>
        <p:spPr>
          <a:xfrm>
            <a:off x="695324" y="695236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/>
              <a:t>Why this is powerful?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Web + Mobile same knowledge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Step-by-step adoption possible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Industry-level flexibility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443F09-FDF0-44DE-B3F7-93D05C719950}"/>
              </a:ext>
            </a:extLst>
          </p:cNvPr>
          <p:cNvSpPr/>
          <p:nvPr/>
        </p:nvSpPr>
        <p:spPr>
          <a:xfrm>
            <a:off x="695324" y="2052935"/>
            <a:ext cx="88106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React-</a:t>
            </a:r>
            <a:r>
              <a:rPr lang="ta-IN" dirty="0"/>
              <a:t>ஐ </a:t>
            </a:r>
            <a:r>
              <a:rPr lang="en-US" dirty="0"/>
              <a:t>small part-</a:t>
            </a:r>
            <a:r>
              <a:rPr lang="ta-IN" dirty="0"/>
              <a:t>ல இருந்து </a:t>
            </a:r>
            <a:r>
              <a:rPr lang="en-US" dirty="0"/>
              <a:t>entire web app </a:t>
            </a:r>
            <a:r>
              <a:rPr lang="ta-IN" dirty="0"/>
              <a:t>வரை </a:t>
            </a:r>
            <a:r>
              <a:rPr lang="en-US" dirty="0"/>
              <a:t>integrate </a:t>
            </a:r>
            <a:r>
              <a:rPr lang="ta-IN" dirty="0"/>
              <a:t>பண்ணலாம்; அதே </a:t>
            </a:r>
            <a:r>
              <a:rPr lang="en-US" dirty="0"/>
              <a:t>knowledge-</a:t>
            </a:r>
            <a:r>
              <a:rPr lang="ta-IN" dirty="0"/>
              <a:t>ஐ </a:t>
            </a:r>
            <a:r>
              <a:rPr lang="en-US" dirty="0"/>
              <a:t>React Native-</a:t>
            </a:r>
            <a:r>
              <a:rPr lang="ta-IN" dirty="0"/>
              <a:t>ல </a:t>
            </a:r>
            <a:r>
              <a:rPr lang="en-US" dirty="0"/>
              <a:t>mobile apps-</a:t>
            </a:r>
            <a:r>
              <a:rPr lang="ta-IN" dirty="0"/>
              <a:t>க்கும் </a:t>
            </a:r>
            <a:r>
              <a:rPr lang="en-US" dirty="0"/>
              <a:t>use </a:t>
            </a:r>
            <a:r>
              <a:rPr lang="ta-IN" dirty="0"/>
              <a:t>பண்ணலாம்.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219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C907AE-3C3A-4096-9030-429B8CADDD9B}"/>
              </a:ext>
            </a:extLst>
          </p:cNvPr>
          <p:cNvSpPr/>
          <p:nvPr/>
        </p:nvSpPr>
        <p:spPr>
          <a:xfrm>
            <a:off x="590550" y="605135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Prerequisites</a:t>
            </a:r>
            <a:r>
              <a:rPr lang="en-US" dirty="0"/>
              <a:t> </a:t>
            </a:r>
            <a:r>
              <a:rPr lang="ta-IN" dirty="0"/>
              <a:t>என்றால்</a:t>
            </a:r>
            <a:br>
              <a:rPr lang="ta-IN" dirty="0"/>
            </a:br>
            <a:r>
              <a:rPr lang="en-US" dirty="0"/>
              <a:t>👉 </a:t>
            </a:r>
            <a:r>
              <a:rPr lang="en-US" i="1" dirty="0"/>
              <a:t>React learn </a:t>
            </a:r>
            <a:r>
              <a:rPr lang="ta-IN" i="1" dirty="0"/>
              <a:t>பண்ணுறதுக்கு முன்னாடி இருக்க வேண்டிய </a:t>
            </a:r>
            <a:r>
              <a:rPr lang="en-US" i="1" dirty="0"/>
              <a:t>basic knowledge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5DF782-4CAC-452C-B684-04F1AEA55746}"/>
              </a:ext>
            </a:extLst>
          </p:cNvPr>
          <p:cNvSpPr/>
          <p:nvPr/>
        </p:nvSpPr>
        <p:spPr>
          <a:xfrm>
            <a:off x="771524" y="1615381"/>
            <a:ext cx="10125075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latin typeface="Arial" panose="020B0604020202020204" pitchFamily="34" charset="0"/>
              </a:rPr>
              <a:t>1️⃣ HTML, CSS, JavaScript Fundamentals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a-IN" altLang="en-US" sz="800" dirty="0">
                <a:latin typeface="Arial" panose="020B0604020202020204" pitchFamily="34" charset="0"/>
              </a:rPr>
              <a:t>இது </a:t>
            </a:r>
            <a:r>
              <a:rPr lang="en-US" altLang="en-US" b="1" dirty="0">
                <a:latin typeface="Arial" panose="020B0604020202020204" pitchFamily="34" charset="0"/>
              </a:rPr>
              <a:t>must</a:t>
            </a:r>
            <a:r>
              <a:rPr lang="en-US" altLang="en-US" dirty="0">
                <a:latin typeface="Arial" panose="020B0604020202020204" pitchFamily="34" charset="0"/>
              </a:rPr>
              <a:t> ❗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HTML</a:t>
            </a:r>
            <a:r>
              <a:rPr lang="en-US" altLang="en-US" dirty="0">
                <a:latin typeface="Arial" panose="020B0604020202020204" pitchFamily="34" charset="0"/>
              </a:rPr>
              <a:t> → structure (div, form, input)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CSS</a:t>
            </a:r>
            <a:r>
              <a:rPr lang="en-US" altLang="en-US" dirty="0">
                <a:latin typeface="Arial" panose="020B0604020202020204" pitchFamily="34" charset="0"/>
              </a:rPr>
              <a:t> → design (layout, flex, colors)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JavaScript basics</a:t>
            </a:r>
            <a:r>
              <a:rPr lang="en-US" altLang="en-US" dirty="0">
                <a:latin typeface="Arial" panose="020B0604020202020204" pitchFamily="34" charset="0"/>
              </a:rPr>
              <a:t> →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variables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functions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arrays &amp; objects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events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👉 React-</a:t>
            </a:r>
            <a:r>
              <a:rPr lang="ta-IN" altLang="en-US" dirty="0">
                <a:latin typeface="Arial" panose="020B0604020202020204" pitchFamily="34" charset="0"/>
              </a:rPr>
              <a:t>ல் </a:t>
            </a:r>
            <a:r>
              <a:rPr lang="en-US" altLang="en-US" dirty="0">
                <a:latin typeface="Arial" panose="020B0604020202020204" pitchFamily="34" charset="0"/>
              </a:rPr>
              <a:t>JSX use </a:t>
            </a:r>
            <a:r>
              <a:rPr lang="ta-IN" altLang="en-US" dirty="0">
                <a:latin typeface="Arial" panose="020B0604020202020204" pitchFamily="34" charset="0"/>
              </a:rPr>
              <a:t>பண்ணுறதுக்கு இது தேவை</a:t>
            </a: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9474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F09F1B-3AB6-4CDA-9688-26EA79632E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725" y="808762"/>
            <a:ext cx="902970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Prerequisites for React</a:t>
            </a:r>
          </a:p>
          <a:p>
            <a:r>
              <a:rPr lang="en-US" b="1" dirty="0"/>
              <a:t>1️⃣  HTML, CSS, JavaScript Fundamentals</a:t>
            </a:r>
          </a:p>
          <a:p>
            <a:r>
              <a:rPr lang="en-US" b="1" dirty="0"/>
              <a:t>HTML</a:t>
            </a:r>
            <a:r>
              <a:rPr lang="en-US" dirty="0"/>
              <a:t> → Structure (div, span, form, input, button)</a:t>
            </a:r>
          </a:p>
          <a:p>
            <a:r>
              <a:rPr lang="en-US" b="1" dirty="0"/>
              <a:t>CSS</a:t>
            </a:r>
            <a:r>
              <a:rPr lang="en-US" dirty="0"/>
              <a:t> → Styling, layout, flexbox, grid, colors</a:t>
            </a:r>
          </a:p>
          <a:p>
            <a:r>
              <a:rPr lang="en-US" b="1" dirty="0"/>
              <a:t>JavaScript</a:t>
            </a:r>
            <a:r>
              <a:rPr lang="en-US" dirty="0"/>
              <a:t> → Variables, functions, arrays, objects, events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BEA073-90E2-4512-9996-EAF9DBDEB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7275" y="2487662"/>
            <a:ext cx="12125325" cy="2616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2️⃣   ES6 Features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let &amp; const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Variables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Arrow Functions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 =&gt; {}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Template Literals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`Hello ${name}`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Default Parameters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function f(x=0)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 Literals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{name}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shorthand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 &amp; Spread Operators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...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Destructuring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Assignment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Arrays &amp; Objects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4501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E2CFBF-0779-4D53-80F9-2F4CF0AD0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625" y="625554"/>
            <a:ext cx="12744450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3️⃣     JavaScript Concepts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this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keyword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Context in functions/classes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Array Methods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map()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Array transformation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filter()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Array filtering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reduce()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Accumulate values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2CEC68-958A-404C-B6D5-D7C501968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701" y="2469655"/>
            <a:ext cx="6667500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 Basics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Library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UI creation, SPA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Component-based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Reusable pieces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Data from parent → child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Component internal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JSX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JS + HTML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 Handling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onClick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onChange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98EBE8-025E-4A25-BEAD-8C6D9B852B1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772149" y="1972518"/>
            <a:ext cx="61912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 </a:t>
            </a:r>
            <a:r>
              <a:rPr kumimoji="0" lang="ta-I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Latha" panose="020B0604020202020204" pitchFamily="34" charset="0"/>
              </a:rPr>
              <a:t>கற்க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HTML, CSS, JS basic, ES6, array methods,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this</a:t>
            </a:r>
            <a:r>
              <a:rPr kumimoji="0" lang="ta-I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Latha" panose="020B0604020202020204" pitchFamily="34" charset="0"/>
              </a:rPr>
              <a:t> தெரிந்திருத்தல் முக்கியம்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Latha" panose="020B0604020202020204" pitchFamily="34" charset="0"/>
              </a:rPr>
              <a:t>. </a:t>
            </a:r>
            <a:r>
              <a:rPr kumimoji="0" lang="ta-I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Latha" panose="020B0604020202020204" pitchFamily="34" charset="0"/>
              </a:rPr>
              <a:t>அப்புறம்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Latha" panose="020B0604020202020204" pitchFamily="34" charset="0"/>
              </a:rPr>
              <a:t>React-</a:t>
            </a:r>
            <a:r>
              <a:rPr kumimoji="0" lang="ta-I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Latha" panose="020B0604020202020204" pitchFamily="34" charset="0"/>
              </a:rPr>
              <a:t>ல்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Latha" panose="020B0604020202020204" pitchFamily="34" charset="0"/>
              </a:rPr>
              <a:t>component, state, props, event handling </a:t>
            </a:r>
            <a:r>
              <a:rPr kumimoji="0" lang="ta-I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Latha" panose="020B0604020202020204" pitchFamily="34" charset="0"/>
              </a:rPr>
              <a:t>கற்றுக்கொள்ள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Latha" panose="020B0604020202020204" pitchFamily="34" charset="0"/>
              </a:rPr>
              <a:t>ready. 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4719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A419A9-3EC9-4234-966A-117F15D356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599" y="705177"/>
            <a:ext cx="10544175" cy="2723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1️⃣  Fundamentals (</a:t>
            </a:r>
            <a:r>
              <a:rPr kumimoji="0" lang="ta-IN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Latha" panose="020B0604020202020204" pitchFamily="34" charset="0"/>
              </a:rPr>
              <a:t>அடிப்படை கற்றல்</a:t>
            </a: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React-</a:t>
            </a:r>
            <a:r>
              <a:rPr kumimoji="0" lang="ta-IN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Latha" panose="020B0604020202020204" pitchFamily="34" charset="0"/>
              </a:rPr>
              <a:t>ஐ ஆரம்பிப்பவர்களுக்கு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must know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topics: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JSX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JavaScript + HTML </a:t>
            </a:r>
            <a:r>
              <a:rPr kumimoji="0" lang="ta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Latha" panose="020B0604020202020204" pitchFamily="34" charset="0"/>
              </a:rPr>
              <a:t>க்கான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Components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Function / Class components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Parent → Child data pass </a:t>
            </a:r>
            <a:r>
              <a:rPr kumimoji="0" lang="ta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Latha" panose="020B0604020202020204" pitchFamily="34" charset="0"/>
              </a:rPr>
              <a:t>பண்ண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Component internal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 Handling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onClick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onChange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Conditional Rendering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if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ternary operator usage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Lists &amp; Keys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map()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rendering lists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React-</a:t>
            </a:r>
            <a:r>
              <a:rPr kumimoji="0" lang="ta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Latha" panose="020B0604020202020204" pitchFamily="34" charset="0"/>
              </a:rPr>
              <a:t>ல் ஒரு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small UI build </a:t>
            </a:r>
            <a:r>
              <a:rPr kumimoji="0" lang="ta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Latha" panose="020B0604020202020204" pitchFamily="34" charset="0"/>
              </a:rPr>
              <a:t>பண்ண முடியுமா என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practice.</a:t>
            </a:r>
          </a:p>
        </p:txBody>
      </p:sp>
    </p:spTree>
    <p:extLst>
      <p:ext uri="{BB962C8B-B14F-4D97-AF65-F5344CB8AC3E}">
        <p14:creationId xmlns:p14="http://schemas.microsoft.com/office/powerpoint/2010/main" val="31795224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794EA7-2908-4714-9317-7377C9636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25" y="1225287"/>
            <a:ext cx="12192000" cy="1892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2️⃣   HTTP (API &amp; Data Fetching)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 apps-</a:t>
            </a:r>
            <a:r>
              <a:rPr kumimoji="0" lang="ta-IN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Latha" panose="020B0604020202020204" pitchFamily="34" charset="0"/>
              </a:rPr>
              <a:t>ல்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server/data communicate </a:t>
            </a:r>
            <a:r>
              <a:rPr kumimoji="0" lang="ta-IN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Latha" panose="020B0604020202020204" pitchFamily="34" charset="0"/>
              </a:rPr>
              <a:t>பண்ண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knowledge must: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Fetch API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fetch()</a:t>
            </a:r>
            <a:r>
              <a:rPr kumimoji="0" lang="ta-IN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Latha" panose="020B0604020202020204" pitchFamily="34" charset="0"/>
              </a:rPr>
              <a:t> மூலம்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Latha" panose="020B0604020202020204" pitchFamily="34" charset="0"/>
              </a:rPr>
              <a:t>data </a:t>
            </a:r>
            <a:r>
              <a:rPr kumimoji="0" lang="ta-IN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Latha" panose="020B0604020202020204" pitchFamily="34" charset="0"/>
              </a:rPr>
              <a:t>வருவது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Axios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Popular HTTP client for React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GET, POST, PUT, DELETE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requests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Async/Await &amp; Promises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API call-</a:t>
            </a:r>
            <a:r>
              <a:rPr kumimoji="0" lang="ta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Latha" panose="020B0604020202020204" pitchFamily="34" charset="0"/>
              </a:rPr>
              <a:t>ஐ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 </a:t>
            </a:r>
            <a:r>
              <a:rPr kumimoji="0" lang="ta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Latha" panose="020B0604020202020204" pitchFamily="34" charset="0"/>
              </a:rPr>
              <a:t>பண்ண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Backend-</a:t>
            </a:r>
            <a:r>
              <a:rPr kumimoji="0" lang="ta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Latha" panose="020B0604020202020204" pitchFamily="34" charset="0"/>
              </a:rPr>
              <a:t>ஐ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 </a:t>
            </a:r>
            <a:r>
              <a:rPr kumimoji="0" lang="ta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Latha" panose="020B0604020202020204" pitchFamily="34" charset="0"/>
              </a:rPr>
              <a:t>பண்ணி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data UI-</a:t>
            </a:r>
            <a:r>
              <a:rPr kumimoji="0" lang="ta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Latha" panose="020B0604020202020204" pitchFamily="34" charset="0"/>
              </a:rPr>
              <a:t>ல் காட்ட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practice.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F9042B-BBB4-422A-9A90-106F65AFC063}"/>
              </a:ext>
            </a:extLst>
          </p:cNvPr>
          <p:cNvSpPr/>
          <p:nvPr/>
        </p:nvSpPr>
        <p:spPr>
          <a:xfrm>
            <a:off x="819150" y="3579763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3️⃣ Routing (Page Navigation)</a:t>
            </a:r>
          </a:p>
          <a:p>
            <a:r>
              <a:rPr lang="en-US" dirty="0"/>
              <a:t>React-</a:t>
            </a:r>
            <a:r>
              <a:rPr lang="ta-IN" dirty="0"/>
              <a:t>ல் </a:t>
            </a:r>
            <a:r>
              <a:rPr lang="en-US" b="1" dirty="0"/>
              <a:t>single page app (SPA)</a:t>
            </a:r>
            <a:r>
              <a:rPr lang="en-US" dirty="0"/>
              <a:t> build </a:t>
            </a:r>
            <a:r>
              <a:rPr lang="ta-IN" dirty="0"/>
              <a:t>பண்ணும்போது: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React Router DOM</a:t>
            </a:r>
            <a:r>
              <a:rPr lang="en-US" dirty="0"/>
              <a:t> use </a:t>
            </a:r>
            <a:r>
              <a:rPr lang="ta-IN" dirty="0"/>
              <a:t>பண்ணும்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Route</a:t>
            </a:r>
            <a:r>
              <a:rPr lang="en-US" dirty="0"/>
              <a:t> → URL-</a:t>
            </a:r>
            <a:r>
              <a:rPr lang="ta-IN" dirty="0"/>
              <a:t>க்கு </a:t>
            </a:r>
            <a:r>
              <a:rPr lang="en-US" dirty="0"/>
              <a:t>component map </a:t>
            </a:r>
            <a:r>
              <a:rPr lang="ta-IN" dirty="0"/>
              <a:t>பண்ணும்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Link / </a:t>
            </a:r>
            <a:r>
              <a:rPr lang="en-US" b="1" dirty="0" err="1"/>
              <a:t>NavLink</a:t>
            </a:r>
            <a:r>
              <a:rPr lang="en-US" dirty="0"/>
              <a:t> → Navigation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Params / Query Params</a:t>
            </a:r>
            <a:r>
              <a:rPr lang="en-US" dirty="0"/>
              <a:t> → Dynamic routes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Nested Routing</a:t>
            </a:r>
            <a:r>
              <a:rPr lang="en-US" dirty="0"/>
              <a:t> → Sub-pages manage</a:t>
            </a:r>
          </a:p>
          <a:p>
            <a:r>
              <a:rPr lang="en-US" b="1" dirty="0"/>
              <a:t>Goal:</a:t>
            </a:r>
            <a:r>
              <a:rPr lang="en-US" dirty="0"/>
              <a:t> Multiple page-</a:t>
            </a:r>
            <a:r>
              <a:rPr lang="ta-IN" dirty="0"/>
              <a:t>ஐ </a:t>
            </a:r>
            <a:r>
              <a:rPr lang="en-US" dirty="0"/>
              <a:t>SPA </a:t>
            </a:r>
            <a:r>
              <a:rPr lang="ta-IN" dirty="0"/>
              <a:t>போல </a:t>
            </a:r>
            <a:r>
              <a:rPr lang="en-US" dirty="0"/>
              <a:t>handle </a:t>
            </a:r>
            <a:r>
              <a:rPr lang="ta-IN" dirty="0"/>
              <a:t>பண்ண.</a:t>
            </a:r>
          </a:p>
        </p:txBody>
      </p:sp>
    </p:spTree>
    <p:extLst>
      <p:ext uri="{BB962C8B-B14F-4D97-AF65-F5344CB8AC3E}">
        <p14:creationId xmlns:p14="http://schemas.microsoft.com/office/powerpoint/2010/main" val="19099514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9BC662-D010-4C72-A4F0-B9EF8F6C53F8}"/>
              </a:ext>
            </a:extLst>
          </p:cNvPr>
          <p:cNvSpPr/>
          <p:nvPr/>
        </p:nvSpPr>
        <p:spPr>
          <a:xfrm>
            <a:off x="828675" y="843677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4️⃣ Redux (State Management)</a:t>
            </a:r>
          </a:p>
          <a:p>
            <a:r>
              <a:rPr lang="en-US" dirty="0"/>
              <a:t>Big React apps-</a:t>
            </a:r>
            <a:r>
              <a:rPr lang="ta-IN" dirty="0"/>
              <a:t>ல் </a:t>
            </a:r>
            <a:r>
              <a:rPr lang="en-US" dirty="0"/>
              <a:t>state manage </a:t>
            </a:r>
            <a:r>
              <a:rPr lang="ta-IN" dirty="0"/>
              <a:t>பண்ண </a:t>
            </a:r>
            <a:r>
              <a:rPr lang="en-US" b="1" dirty="0"/>
              <a:t>Redux</a:t>
            </a:r>
            <a:r>
              <a:rPr lang="en-US" dirty="0"/>
              <a:t> </a:t>
            </a:r>
            <a:r>
              <a:rPr lang="ta-IN" dirty="0"/>
              <a:t>தேவை: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Store</a:t>
            </a:r>
            <a:r>
              <a:rPr lang="en-US" dirty="0"/>
              <a:t> → Central state repository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Actions</a:t>
            </a:r>
            <a:r>
              <a:rPr lang="en-US" dirty="0"/>
              <a:t> → State change instructions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Reducers</a:t>
            </a:r>
            <a:r>
              <a:rPr lang="en-US" dirty="0"/>
              <a:t> → State update rules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useSelector</a:t>
            </a:r>
            <a:r>
              <a:rPr lang="en-US" b="1" dirty="0"/>
              <a:t> / </a:t>
            </a:r>
            <a:r>
              <a:rPr lang="en-US" b="1" dirty="0" err="1"/>
              <a:t>useDispatch</a:t>
            </a:r>
            <a:r>
              <a:rPr lang="en-US" dirty="0"/>
              <a:t> → React components-</a:t>
            </a:r>
            <a:r>
              <a:rPr lang="ta-IN" dirty="0"/>
              <a:t>ல் </a:t>
            </a:r>
            <a:r>
              <a:rPr lang="en-US" dirty="0"/>
              <a:t>state access &amp; update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Redux Toolkit</a:t>
            </a:r>
            <a:r>
              <a:rPr lang="en-US" dirty="0"/>
              <a:t> → Easy Redux setup</a:t>
            </a:r>
          </a:p>
          <a:p>
            <a:r>
              <a:rPr lang="en-US" b="1" dirty="0"/>
              <a:t>Goal:</a:t>
            </a:r>
            <a:r>
              <a:rPr lang="en-US" dirty="0"/>
              <a:t> App state-</a:t>
            </a:r>
            <a:r>
              <a:rPr lang="ta-IN" dirty="0"/>
              <a:t>ஐ </a:t>
            </a:r>
            <a:r>
              <a:rPr lang="en-US" dirty="0"/>
              <a:t>predictable &amp; centralized maintain </a:t>
            </a:r>
            <a:r>
              <a:rPr lang="ta-IN" dirty="0"/>
              <a:t>பண்ண.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966BA9-6BC3-43B8-B2A8-A78AAC50CABC}"/>
              </a:ext>
            </a:extLst>
          </p:cNvPr>
          <p:cNvSpPr/>
          <p:nvPr/>
        </p:nvSpPr>
        <p:spPr>
          <a:xfrm>
            <a:off x="933450" y="3512314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5️⃣ Utilities (Tools &amp; Libraries)</a:t>
            </a:r>
          </a:p>
          <a:p>
            <a:r>
              <a:rPr lang="en-US" dirty="0"/>
              <a:t>React development-</a:t>
            </a:r>
            <a:r>
              <a:rPr lang="ta-IN" dirty="0"/>
              <a:t>க்கு </a:t>
            </a:r>
            <a:r>
              <a:rPr lang="en-US" dirty="0"/>
              <a:t>help </a:t>
            </a:r>
            <a:r>
              <a:rPr lang="ta-IN" dirty="0"/>
              <a:t>பண்ணும் </a:t>
            </a:r>
            <a:r>
              <a:rPr lang="en-US" dirty="0"/>
              <a:t>tools &amp; libraries: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React </a:t>
            </a:r>
            <a:r>
              <a:rPr lang="en-US" b="1" dirty="0" err="1"/>
              <a:t>DevTools</a:t>
            </a:r>
            <a:r>
              <a:rPr lang="en-US" dirty="0"/>
              <a:t> → Debugging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classnames</a:t>
            </a:r>
            <a:r>
              <a:rPr lang="en-US" dirty="0"/>
              <a:t> → Conditional class names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Moment.js / Day.js</a:t>
            </a:r>
            <a:r>
              <a:rPr lang="en-US" dirty="0"/>
              <a:t> → Date formatting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Formik</a:t>
            </a:r>
            <a:r>
              <a:rPr lang="en-US" b="1" dirty="0"/>
              <a:t> / React Hook Form</a:t>
            </a:r>
            <a:r>
              <a:rPr lang="en-US" dirty="0"/>
              <a:t> → Forms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React Icons</a:t>
            </a:r>
            <a:r>
              <a:rPr lang="en-US" dirty="0"/>
              <a:t> → Icons add </a:t>
            </a:r>
            <a:r>
              <a:rPr lang="ta-IN" dirty="0"/>
              <a:t>பண்ண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Tailwind / Styled Components</a:t>
            </a:r>
            <a:r>
              <a:rPr lang="en-US" dirty="0"/>
              <a:t> → Styling</a:t>
            </a:r>
          </a:p>
          <a:p>
            <a:r>
              <a:rPr lang="en-US" b="1" dirty="0"/>
              <a:t>Goal:</a:t>
            </a:r>
            <a:r>
              <a:rPr lang="en-US" dirty="0"/>
              <a:t> Development faster, clean &amp; maintainable </a:t>
            </a:r>
            <a:r>
              <a:rPr lang="ta-IN" dirty="0"/>
              <a:t>ஆக இருக்கும்.</a:t>
            </a:r>
          </a:p>
        </p:txBody>
      </p:sp>
    </p:spTree>
    <p:extLst>
      <p:ext uri="{BB962C8B-B14F-4D97-AF65-F5344CB8AC3E}">
        <p14:creationId xmlns:p14="http://schemas.microsoft.com/office/powerpoint/2010/main" val="22734331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E3A690-36F2-4498-BF75-BFC5CE65FC91}"/>
              </a:ext>
            </a:extLst>
          </p:cNvPr>
          <p:cNvSpPr/>
          <p:nvPr/>
        </p:nvSpPr>
        <p:spPr>
          <a:xfrm>
            <a:off x="857250" y="846862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React </a:t>
            </a:r>
            <a:r>
              <a:rPr lang="ta-IN" dirty="0"/>
              <a:t>கற்க </a:t>
            </a:r>
            <a:r>
              <a:rPr lang="en-US" dirty="0"/>
              <a:t>sequential-</a:t>
            </a:r>
            <a:r>
              <a:rPr lang="ta-IN" dirty="0"/>
              <a:t>ஆ: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Fundamentals</a:t>
            </a:r>
            <a:r>
              <a:rPr lang="en-US" dirty="0"/>
              <a:t> → Basic UI build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HTTP</a:t>
            </a:r>
            <a:r>
              <a:rPr lang="en-US" dirty="0"/>
              <a:t> → API &amp; data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Routing</a:t>
            </a:r>
            <a:r>
              <a:rPr lang="en-US" dirty="0"/>
              <a:t> → Multi-page SPA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Redux</a:t>
            </a:r>
            <a:r>
              <a:rPr lang="en-US" dirty="0"/>
              <a:t> → State centralized management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Utilities</a:t>
            </a:r>
            <a:r>
              <a:rPr lang="en-US" dirty="0"/>
              <a:t> → Tools to simplify dev</a:t>
            </a:r>
          </a:p>
        </p:txBody>
      </p:sp>
    </p:spTree>
    <p:extLst>
      <p:ext uri="{BB962C8B-B14F-4D97-AF65-F5344CB8AC3E}">
        <p14:creationId xmlns:p14="http://schemas.microsoft.com/office/powerpoint/2010/main" val="3073022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82</TotalTime>
  <Words>1809</Words>
  <Application>Microsoft Office PowerPoint</Application>
  <PresentationFormat>Widescreen</PresentationFormat>
  <Paragraphs>284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Arial Unicode MS</vt:lpstr>
      <vt:lpstr>Garamond</vt:lpstr>
      <vt:lpstr>Latha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9</cp:revision>
  <dcterms:created xsi:type="dcterms:W3CDTF">2026-01-09T07:53:11Z</dcterms:created>
  <dcterms:modified xsi:type="dcterms:W3CDTF">2026-01-09T09:15:36Z</dcterms:modified>
</cp:coreProperties>
</file>